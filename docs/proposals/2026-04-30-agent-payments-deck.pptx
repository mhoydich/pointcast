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6B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BA751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PROPOSAL · 2026-04-30 · POINTCAST.XYZ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9441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6400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Payments</a:t>
            </a:r>
            <a:endParaRPr lang="en-US" sz="6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400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PointCast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548640" y="3749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Wiring the receipt layer.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45720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shipped </a:t>
            </a:r>
            <a:pPr indent="0" marL="0">
              <a:buNone/>
            </a:pPr>
            <a:r>
              <a:rPr lang="en-US" sz="1600" b="1" dirty="0">
                <a:solidFill>
                  <a:srgbClr val="0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link.com/agents</a:t>
            </a:r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yesterday. This is what to do with it.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Mike Hoydich  ·  with Claude Opus 4.7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728655" y="5852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A75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12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183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PRINCIPLES — §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Custody, authorization, and execution</a:t>
            </a: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 three different things.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systems collapsed two or all three. The interesting design space is in keeping them apart.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3576218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4CB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3200400"/>
            <a:ext cx="109728" cy="2743200"/>
          </a:xfrm>
          <a:prstGeom prst="rect">
            <a:avLst/>
          </a:prstGeom>
          <a:solidFill>
            <a:srgbClr val="0F1838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474720"/>
            <a:ext cx="3119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F1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CUSTODY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3840480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Stripe / the user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68680" y="4572000"/>
            <a:ext cx="31190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credentials live. Unchanged from consumer Link.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07738" y="3200400"/>
            <a:ext cx="3576218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4CBB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07738" y="3200400"/>
            <a:ext cx="109728" cy="2743200"/>
          </a:xfrm>
          <a:prstGeom prst="rect">
            <a:avLst/>
          </a:prstGeom>
          <a:solidFill>
            <a:srgbClr val="0B6B3A"/>
          </a:solidFill>
          <a:ln/>
        </p:spPr>
      </p:sp>
      <p:sp>
        <p:nvSpPr>
          <p:cNvPr id="13" name="Text 11"/>
          <p:cNvSpPr/>
          <p:nvPr/>
        </p:nvSpPr>
        <p:spPr>
          <a:xfrm>
            <a:off x="4627778" y="3474720"/>
            <a:ext cx="3119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B6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AUTHORIZATION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27778" y="3840480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user, per request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27778" y="4572000"/>
            <a:ext cx="31190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First-class object. Pushable. Cappable. Revocable.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66837" y="3200400"/>
            <a:ext cx="3576218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4CBB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66837" y="3200400"/>
            <a:ext cx="109728" cy="2743200"/>
          </a:xfrm>
          <a:prstGeom prst="rect">
            <a:avLst/>
          </a:prstGeom>
          <a:solidFill>
            <a:srgbClr val="BA7517"/>
          </a:solidFill>
          <a:ln/>
        </p:spPr>
      </p:sp>
      <p:sp>
        <p:nvSpPr>
          <p:cNvPr id="18" name="Text 16"/>
          <p:cNvSpPr/>
          <p:nvPr/>
        </p:nvSpPr>
        <p:spPr>
          <a:xfrm>
            <a:off x="8386877" y="3474720"/>
            <a:ext cx="3119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A75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386877" y="3840480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agent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386877" y="4572000"/>
            <a:ext cx="31190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no credentials. Does the work. Returns a receipt.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Payments at PointCast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pointcast.xyz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2865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183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PRINCIPLES — §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a category, not a feature.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B63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OAUTH — 2007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 don't need your password.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need a scoped token."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035040" y="2194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B6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 FOR AGENTS —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35040" y="256032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 don't need your card.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need a scoped purchase."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4754880"/>
            <a:ext cx="11094415" cy="1280160"/>
          </a:xfrm>
          <a:prstGeom prst="rect">
            <a:avLst/>
          </a:prstGeom>
          <a:solidFill>
            <a:srgbClr val="0F1838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493776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unit of trust shrinks from </a:t>
            </a:r>
            <a:pPr indent="0" marL="0">
              <a:buNone/>
            </a:pPr>
            <a:r>
              <a:rPr lang="en-US" sz="2400" i="1" dirty="0">
                <a:solidFill>
                  <a:srgbClr val="BA75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</a:t>
            </a:r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</a:t>
            </a:r>
            <a:pPr indent="0" marL="0">
              <a:buNone/>
            </a:pPr>
            <a:r>
              <a:rPr lang="en-US" sz="2400" b="1" i="1" dirty="0">
                <a:solidFill>
                  <a:srgbClr val="0B6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request</a:t>
            </a:r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Payments at PointCast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pointcast.xyz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72865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6B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PRINCIPLES — §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receipt is the artifact.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per-purchase authorization is a first-class object, two things become possible that weren't before.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822960" cy="822960"/>
          </a:xfrm>
          <a:prstGeom prst="ellipse">
            <a:avLst/>
          </a:prstGeom>
          <a:solidFill>
            <a:srgbClr val="BA7517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834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645920" y="2834640"/>
            <a:ext cx="98142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Agents transact with the real economy.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45920" y="3337560"/>
            <a:ext cx="98142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test-mode. Not crypto-rails-only. Real merchants — because Stripe already owns the merchant network.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617720"/>
            <a:ext cx="822960" cy="822960"/>
          </a:xfrm>
          <a:prstGeom prst="ellipse">
            <a:avLst/>
          </a:prstGeom>
          <a:solidFill>
            <a:srgbClr val="0B6B3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617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1645920" y="4617720"/>
            <a:ext cx="98142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receipt becomes the unit of record.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45920" y="5120640"/>
            <a:ext cx="98142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Durable, attributable, machine-readable. Receipts get archived, shared, eventually royalty-split. The grant is operational; the receipt is permanent.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Payments at PointCast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pointcast.xyz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72865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183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rails, one Block.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Tezos and Link are not competitors. They sit on either side of the same artifact.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5410048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D4CB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377440"/>
            <a:ext cx="5410048" cy="640080"/>
          </a:xfrm>
          <a:prstGeom prst="rect">
            <a:avLst/>
          </a:prstGeom>
          <a:solidFill>
            <a:srgbClr val="0F183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423160"/>
            <a:ext cx="486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TEZOS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670048"/>
            <a:ext cx="486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Identity of artifact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329184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On-chain provenance of the Block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88620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CC0 / cultural substrate (Nouns lineage)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48056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Visitor identity, treasury, mint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507492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Permanent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33008" y="2377440"/>
            <a:ext cx="5410048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D4CBB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33008" y="2377440"/>
            <a:ext cx="5410048" cy="640080"/>
          </a:xfrm>
          <a:prstGeom prst="rect">
            <a:avLst/>
          </a:prstGeom>
          <a:solidFill>
            <a:srgbClr val="0B6B3A"/>
          </a:solidFill>
          <a:ln/>
        </p:spPr>
      </p:sp>
      <p:sp>
        <p:nvSpPr>
          <p:cNvPr id="16" name="Text 14"/>
          <p:cNvSpPr/>
          <p:nvPr/>
        </p:nvSpPr>
        <p:spPr>
          <a:xfrm>
            <a:off x="6507328" y="2423160"/>
            <a:ext cx="486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D7F3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07328" y="2670048"/>
            <a:ext cx="486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Money of action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07328" y="329184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Off-chain receipt of what funded it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07328" y="388620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Real-merchant network access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07328" y="448056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Agent allowance, spend, payout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07328" y="507492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Operational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Payments at PointCast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pointcast.xyz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2865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6B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DIFF — BLOCKS.MD v2.2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field. One channel.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Backward-compatible. The Block primitive grows; nothing breaks.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6583680" cy="3749040"/>
          </a:xfrm>
          <a:prstGeom prst="rect">
            <a:avLst/>
          </a:prstGeom>
          <a:solidFill>
            <a:srgbClr val="0A102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68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9E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Block schema addition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6400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6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spend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?: {
</a:t>
            </a:r>
            <a:pPr indent="0" marL="0">
              <a:buNone/>
            </a:pPr>
            <a:r>
              <a:rPr lang="en-US" sz="1300" dirty="0">
                <a:solidFill>
                  <a:srgbClr val="BA75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agent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'claude' | 'codex' | 'manus'
</a:t>
            </a:r>
            <a:pPr indent="0" marL="0">
              <a:buNone/>
            </a:pPr>
            <a:r>
              <a:rPr lang="en-US" sz="1300" dirty="0">
                <a:solidFill>
                  <a:srgbClr val="BA75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loop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'scout' | 'scorekeeper' | ...
</a:t>
            </a:r>
            <a:pPr indent="0" marL="0">
              <a:buNone/>
            </a:pPr>
            <a:r>
              <a:rPr lang="en-US" sz="1300" dirty="0">
                <a:solidFill>
                  <a:srgbClr val="BA75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amount_usd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number
</a:t>
            </a:r>
            <a:pPr indent="0" marL="0">
              <a:buNone/>
            </a:pPr>
            <a:r>
              <a:rPr lang="en-US" sz="1300" dirty="0">
                <a:solidFill>
                  <a:srgbClr val="BA75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merchant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string
</a:t>
            </a:r>
            <a:pPr indent="0" marL="0">
              <a:buNone/>
            </a:pPr>
            <a:r>
              <a:rPr lang="en-US" sz="1300" dirty="0">
                <a:solidFill>
                  <a:srgbClr val="BA75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status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'pending' | 'approved' |
          'denied' | 'settled' | 'refunded'
</a:t>
            </a:r>
            <a:pPr indent="0" marL="0">
              <a:buNone/>
            </a:pPr>
            <a:r>
              <a:rPr lang="en-US" sz="1300" dirty="0">
                <a:solidFill>
                  <a:srgbClr val="BA75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link_session_id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string
</a:t>
            </a:r>
            <a:pPr indent="0" marL="0">
              <a:buNone/>
            </a:pPr>
            <a:r>
              <a:rPr lang="en-US" sz="1300" dirty="0">
                <a:solidFill>
                  <a:srgbClr val="BA75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receipt_url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?: string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498080" y="2377440"/>
            <a:ext cx="4144975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4CB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0" y="2377440"/>
            <a:ext cx="109728" cy="1371600"/>
          </a:xfrm>
          <a:prstGeom prst="rect">
            <a:avLst/>
          </a:prstGeom>
          <a:solidFill>
            <a:srgbClr val="0B6B3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0" y="2468880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B6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CHANNEL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0" y="2743200"/>
            <a:ext cx="3687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MNY  Money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772400" y="3200400"/>
            <a:ext cx="3687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Sibling to FCT Faucet. Receipts of agent loops.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98080" y="3931920"/>
            <a:ext cx="4144975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4CBB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0" y="3931920"/>
            <a:ext cx="109728" cy="2194560"/>
          </a:xfrm>
          <a:prstGeom prst="rect">
            <a:avLst/>
          </a:prstGeom>
          <a:solidFill>
            <a:srgbClr val="BA7517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0" y="4023360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A75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DUAL-RAIL BLOCK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0" y="4297680"/>
            <a:ext cx="3687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Block carrying both edition (Tezos) and spend (Link) is a dual-rail block.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0" y="5212080"/>
            <a:ext cx="3687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of artifact + money of action, on the same record.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Payments at PointCast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pointcast.xyz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2865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6B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SCOPE — ONE PR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Codex Scout → Replicate → Receipt Block.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viable end-to-end. One agent, one merchant, one Block — proves the dual-rail.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2145731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4CB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377440"/>
            <a:ext cx="2145731" cy="411480"/>
          </a:xfrm>
          <a:prstGeom prst="rect">
            <a:avLst/>
          </a:prstGeom>
          <a:solidFill>
            <a:srgbClr val="0F183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423160"/>
            <a:ext cx="177997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BA75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880360"/>
            <a:ext cx="1779971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Codex picks up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Scout loop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85811" y="2377440"/>
            <a:ext cx="2145731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4CB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85811" y="2377440"/>
            <a:ext cx="2145731" cy="411480"/>
          </a:xfrm>
          <a:prstGeom prst="rect">
            <a:avLst/>
          </a:prstGeom>
          <a:solidFill>
            <a:srgbClr val="0F1838"/>
          </a:solidFill>
          <a:ln/>
        </p:spPr>
      </p:sp>
      <p:sp>
        <p:nvSpPr>
          <p:cNvPr id="12" name="Text 10"/>
          <p:cNvSpPr/>
          <p:nvPr/>
        </p:nvSpPr>
        <p:spPr>
          <a:xfrm>
            <a:off x="2968691" y="2423160"/>
            <a:ext cx="177997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BA75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68691" y="2880360"/>
            <a:ext cx="1779971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SpendButton asks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Mike for $X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2982" y="2377440"/>
            <a:ext cx="2145731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4CBB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2982" y="2377440"/>
            <a:ext cx="2145731" cy="411480"/>
          </a:xfrm>
          <a:prstGeom prst="rect">
            <a:avLst/>
          </a:prstGeom>
          <a:solidFill>
            <a:srgbClr val="0F1838"/>
          </a:solidFill>
          <a:ln/>
        </p:spPr>
      </p:sp>
      <p:sp>
        <p:nvSpPr>
          <p:cNvPr id="16" name="Text 14"/>
          <p:cNvSpPr/>
          <p:nvPr/>
        </p:nvSpPr>
        <p:spPr>
          <a:xfrm>
            <a:off x="5205862" y="2423160"/>
            <a:ext cx="177997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BA75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05862" y="2880360"/>
            <a:ext cx="1779971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Link CLI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authorizes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260153" y="2377440"/>
            <a:ext cx="2145731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4CBB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60153" y="2377440"/>
            <a:ext cx="2145731" cy="411480"/>
          </a:xfrm>
          <a:prstGeom prst="rect">
            <a:avLst/>
          </a:prstGeom>
          <a:solidFill>
            <a:srgbClr val="0F1838"/>
          </a:solidFill>
          <a:ln/>
        </p:spPr>
      </p:sp>
      <p:sp>
        <p:nvSpPr>
          <p:cNvPr id="20" name="Text 18"/>
          <p:cNvSpPr/>
          <p:nvPr/>
        </p:nvSpPr>
        <p:spPr>
          <a:xfrm>
            <a:off x="7443033" y="2423160"/>
            <a:ext cx="177997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BA75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43033" y="2880360"/>
            <a:ext cx="1779971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Replicate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runs the job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497324" y="2377440"/>
            <a:ext cx="2145731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4CBB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97324" y="2377440"/>
            <a:ext cx="2145731" cy="411480"/>
          </a:xfrm>
          <a:prstGeom prst="rect">
            <a:avLst/>
          </a:prstGeom>
          <a:solidFill>
            <a:srgbClr val="0F1838"/>
          </a:solidFill>
          <a:ln/>
        </p:spPr>
      </p:sp>
      <p:sp>
        <p:nvSpPr>
          <p:cNvPr id="24" name="Text 22"/>
          <p:cNvSpPr/>
          <p:nvPr/>
        </p:nvSpPr>
        <p:spPr>
          <a:xfrm>
            <a:off x="9680204" y="2423160"/>
            <a:ext cx="177997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BA75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80204" y="2880360"/>
            <a:ext cx="1779971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Webhook writes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MNY-#### Block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42976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B63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 IN THIS PR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4617720"/>
            <a:ext cx="554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 BLOCKS.md  →  v2.2 schema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095848" y="4617720"/>
            <a:ext cx="554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 src/lib/channels.ts  →  MNY registered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4937760"/>
            <a:ext cx="554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 src/lib/link.ts  →  @stripe/link-cli wrapper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095848" y="4937760"/>
            <a:ext cx="554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 src/components/LinkConnect.astro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5257800"/>
            <a:ext cx="554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 src/components/AllowanceShelf.astro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095848" y="5257800"/>
            <a:ext cx="554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 src/pages/api/link/webhook.ts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" y="5577840"/>
            <a:ext cx="554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 skill.md (repo root)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095848" y="5577840"/>
            <a:ext cx="554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 docs/briefs/2026-04-30-manus-link-onboard.md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Payments at PointCast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pointcast.xyz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72865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A751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HAND-OFFS — PER CLAUDE.MD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residents. Three lanes.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gets the work it does best. Mike gates anything irreversible.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2636444" cy="3383280"/>
          </a:xfrm>
          <a:prstGeom prst="rect">
            <a:avLst/>
          </a:prstGeom>
          <a:solidFill>
            <a:srgbClr val="0F183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880360"/>
            <a:ext cx="20878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20878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CODEX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822960" y="3931920"/>
            <a:ext cx="548640" cy="0"/>
          </a:xfrm>
          <a:prstGeom prst="line">
            <a:avLst/>
          </a:prstGeom>
          <a:noFill/>
          <a:ln w="19050">
            <a:solidFill>
              <a:srgbClr val="67E8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114800"/>
            <a:ext cx="20878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diff. src/lib/link.ts. Webhook. Wallet-adjacent code per CLAUDE.md.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67964" y="2606040"/>
            <a:ext cx="2636444" cy="3383280"/>
          </a:xfrm>
          <a:prstGeom prst="rect">
            <a:avLst/>
          </a:prstGeom>
          <a:solidFill>
            <a:srgbClr val="3B1219"/>
          </a:solidFill>
          <a:ln/>
        </p:spPr>
      </p:sp>
      <p:sp>
        <p:nvSpPr>
          <p:cNvPr id="12" name="Text 10"/>
          <p:cNvSpPr/>
          <p:nvPr/>
        </p:nvSpPr>
        <p:spPr>
          <a:xfrm>
            <a:off x="3642284" y="2880360"/>
            <a:ext cx="20878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42284" y="3200400"/>
            <a:ext cx="20878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42284" y="3931920"/>
            <a:ext cx="548640" cy="0"/>
          </a:xfrm>
          <a:prstGeom prst="line">
            <a:avLst/>
          </a:prstGeom>
          <a:noFill/>
          <a:ln w="1905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42284" y="4114800"/>
            <a:ext cx="20878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Real-browser link-cli onboard. Screenshots. Log to docs/manus-logs/.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87288" y="2606040"/>
            <a:ext cx="2636444" cy="3383280"/>
          </a:xfrm>
          <a:prstGeom prst="rect">
            <a:avLst/>
          </a:prstGeom>
          <a:solidFill>
            <a:srgbClr val="4C1D95"/>
          </a:solidFill>
          <a:ln/>
        </p:spPr>
      </p:sp>
      <p:sp>
        <p:nvSpPr>
          <p:cNvPr id="17" name="Text 15"/>
          <p:cNvSpPr/>
          <p:nvPr/>
        </p:nvSpPr>
        <p:spPr>
          <a:xfrm>
            <a:off x="6461608" y="2880360"/>
            <a:ext cx="20878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9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61608" y="3200400"/>
            <a:ext cx="20878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6461608" y="3931920"/>
            <a:ext cx="548640" cy="0"/>
          </a:xfrm>
          <a:prstGeom prst="line">
            <a:avLst/>
          </a:prstGeom>
          <a:noFill/>
          <a:ln w="19050">
            <a:solidFill>
              <a:srgbClr val="E9D5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61608" y="4114800"/>
            <a:ext cx="20878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 components, schema doc, webhook handler. PR drafts for Codex review.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006611" y="2606040"/>
            <a:ext cx="2636444" cy="3383280"/>
          </a:xfrm>
          <a:prstGeom prst="rect">
            <a:avLst/>
          </a:prstGeom>
          <a:solidFill>
            <a:srgbClr val="1B2818"/>
          </a:solidFill>
          <a:ln/>
        </p:spPr>
      </p:sp>
      <p:sp>
        <p:nvSpPr>
          <p:cNvPr id="22" name="Text 20"/>
          <p:cNvSpPr/>
          <p:nvPr/>
        </p:nvSpPr>
        <p:spPr>
          <a:xfrm>
            <a:off x="9280931" y="2880360"/>
            <a:ext cx="20878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BF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280931" y="3200400"/>
            <a:ext cx="20878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MIKE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9280931" y="3931920"/>
            <a:ext cx="548640" cy="0"/>
          </a:xfrm>
          <a:prstGeom prst="line">
            <a:avLst/>
          </a:prstGeom>
          <a:noFill/>
          <a:ln w="19050">
            <a:solidFill>
              <a:srgbClr val="BBF7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80931" y="4114800"/>
            <a:ext cx="20878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actual money flowing. v0 cap: $20 total exposure. Per-purchase up to $10.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Payments at PointCast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pointcast.xyz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2865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183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— 24 MONTHS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+12-18mo line is the threshold.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agents stop spending and start earning, they become economic subjects, not tools.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4023360"/>
            <a:ext cx="10545775" cy="0"/>
          </a:xfrm>
          <a:prstGeom prst="line">
            <a:avLst/>
          </a:prstGeom>
          <a:noFill/>
          <a:ln w="25400">
            <a:solidFill>
              <a:srgbClr val="D4CB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3886200"/>
            <a:ext cx="274320" cy="274320"/>
          </a:xfrm>
          <a:prstGeom prst="ellipse">
            <a:avLst/>
          </a:prstGeom>
          <a:solidFill>
            <a:srgbClr val="0F183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-182880" y="4297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F1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-182880" y="4617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Per-tx approval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-320040" y="50749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push. Slightly tedious. Trust-building.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005871" y="3886200"/>
            <a:ext cx="274320" cy="274320"/>
          </a:xfrm>
          <a:prstGeom prst="ellipse">
            <a:avLst/>
          </a:prstGeom>
          <a:solidFill>
            <a:srgbClr val="0F183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37191" y="4297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F1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+3-6mo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37191" y="4617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Caps + categories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000031" y="50749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rate drops below 10%. Junior employee with a corporate card.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31399" y="3886200"/>
            <a:ext cx="274320" cy="274320"/>
          </a:xfrm>
          <a:prstGeom prst="ellipse">
            <a:avLst/>
          </a:prstGeom>
          <a:solidFill>
            <a:srgbClr val="BA751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62719" y="4297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BA75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+6-12mo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62719" y="4617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Persistent identity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425559" y="50749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agent, same reputation, across apps.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67843" y="3886200"/>
            <a:ext cx="274320" cy="274320"/>
          </a:xfrm>
          <a:prstGeom prst="ellipse">
            <a:avLst/>
          </a:prstGeom>
          <a:solidFill>
            <a:srgbClr val="C73E3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99163" y="4297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C73E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+12-18mo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99163" y="4617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Agents earn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62003" y="50749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Inversion. Wallets, not just allowances. Agent-to-agent.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1231575" y="3886200"/>
            <a:ext cx="274320" cy="274320"/>
          </a:xfrm>
          <a:prstGeom prst="ellipse">
            <a:avLst/>
          </a:prstGeom>
          <a:solidFill>
            <a:srgbClr val="0B6B3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362895" y="4297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B6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+18-24mo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362895" y="4617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Programmable splits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225735" y="50749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Block.payouts fires automatically. Loop closes.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924843" y="2651760"/>
            <a:ext cx="2560320" cy="822960"/>
          </a:xfrm>
          <a:prstGeom prst="rect">
            <a:avLst/>
          </a:prstGeom>
          <a:solidFill>
            <a:srgbClr val="C73E3E"/>
          </a:solidFill>
          <a:ln/>
        </p:spPr>
      </p:sp>
      <p:sp>
        <p:nvSpPr>
          <p:cNvPr id="28" name="Text 26"/>
          <p:cNvSpPr/>
          <p:nvPr/>
        </p:nvSpPr>
        <p:spPr>
          <a:xfrm>
            <a:off x="6924843" y="2697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INVERSION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24843" y="2971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agents start earning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205003" y="3474720"/>
            <a:ext cx="0" cy="411480"/>
          </a:xfrm>
          <a:prstGeom prst="line">
            <a:avLst/>
          </a:prstGeom>
          <a:noFill/>
          <a:ln w="25400">
            <a:solidFill>
              <a:srgbClr val="C73E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Payments at PointCast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pointcast.xyz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72865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A751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TRADEOFFS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Stripe does not solve.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merchant network is the entire point. The asterisk is that one company sits in the middle.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11094415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4CB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468880"/>
            <a:ext cx="109728" cy="1143000"/>
          </a:xfrm>
          <a:prstGeom prst="rect">
            <a:avLst/>
          </a:prstGeom>
          <a:solidFill>
            <a:srgbClr val="BA7517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65176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Custody is centralized.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01752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holds the credentials. For some users this is a deal-breaker; for everyone else, it is the tradeoff that buys you the merchant network and the trust network. Without those you do not have agent commerce — you have a demo on a blockchain.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11094415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4CB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794760"/>
            <a:ext cx="109728" cy="1143000"/>
          </a:xfrm>
          <a:prstGeom prst="rect">
            <a:avLst/>
          </a:prstGeom>
          <a:solidFill>
            <a:srgbClr val="BA7517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97764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Identity-of-artifact still needs on-chain rails.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14400" y="434340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receipt says X paid Y dollars. It does not say and this is the canonical form of the thing that came out. For that you still need on-chain provenance, content-addressed storage, CC0 licensing — the older, weirder, more durable infrastructure.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11094415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4CBB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5120640"/>
            <a:ext cx="109728" cy="1143000"/>
          </a:xfrm>
          <a:prstGeom prst="rect">
            <a:avLst/>
          </a:prstGeom>
          <a:solidFill>
            <a:srgbClr val="BA7517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30352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+12mo "agents earn" half is unbuilt.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14400" y="566928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owns the merchant side. The agent-as-payee primitive — agent identity, reputation, payout rails — is undefined. Whoever builds it captures the second half of this story. Could be Stripe. Could be a wallet company. Could be something that does not exist yet.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Payments at PointCast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pointcast.xyz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72865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73E3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 — DECIDE BEFORE CODE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questions still open.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73E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0" y="219456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skill.md format is unverified.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514600"/>
            <a:ext cx="10180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Stripe's authoritative spec must be checked before code lands. Draft is a best-guess from the public surface.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9718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73E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371600" y="297180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Per-resident vs. per-visitor allowance.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3291840"/>
            <a:ext cx="10180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 is per-resident (Mike funds each agent). v1 should design for per-visitor allowances — more PointCast-native.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7490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73E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371600" y="374904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Webhook secret rotation.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4069080"/>
            <a:ext cx="10180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 stores in wrangler.toml env. Needs proper KV/secret store before v1.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5262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73E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371600" y="452628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Geocities ethos vs. Stripe surface area.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4846320"/>
            <a:ext cx="10180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LinkConnect should not look like a SaaS dashboard. Saturated, big, slightly broken-on-purpose.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53035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73E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371600" y="530352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CC0/Nouns culture vs. centralized custodian.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5623560"/>
            <a:ext cx="10180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honest in surface copy. Don't pretend the Link side is decentralized.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Payments at PointCast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pointcast.xyz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72865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A75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B6B3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A75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receipt next to every artifact.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101800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year from now, there will be a generation of small agent-native sites where every piece of content has a receipt attached, every loop is attributable, and the cost of creation is part of the artifact. PointCast is going to be one of them.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4754880"/>
            <a:ext cx="11094415" cy="1371600"/>
          </a:xfrm>
          <a:prstGeom prst="rect">
            <a:avLst/>
          </a:prstGeom>
          <a:solidFill>
            <a:srgbClr val="0A102A"/>
          </a:solidFill>
          <a:ln w="19050">
            <a:solidFill>
              <a:srgbClr val="0B6B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4892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0B6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WATCH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5166360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pointcast.xyz/MNY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005840" y="5715000"/>
            <a:ext cx="10180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Block shows up there with a `spend` field next to its `edition` field, that is the dual-rail in action.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60807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F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Mike Hoydich  ·  pointcast.xyz  ·  github.com/mhoydich/pointcast/issues/262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728655" y="60807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A75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Payments at PointCast</dc:title>
  <dc:subject>PptxGenJS Presentation</dc:subject>
  <dc:creator>Mike Hoydich × Claude</dc:creator>
  <cp:lastModifiedBy>Mike Hoydich × Claude</cp:lastModifiedBy>
  <cp:revision>1</cp:revision>
  <dcterms:created xsi:type="dcterms:W3CDTF">2026-04-30T15:31:35Z</dcterms:created>
  <dcterms:modified xsi:type="dcterms:W3CDTF">2026-04-30T15:31:35Z</dcterms:modified>
</cp:coreProperties>
</file>